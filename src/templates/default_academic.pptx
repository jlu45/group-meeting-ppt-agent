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2C3E50"/>
      </a:dk1>
      <a:lt1>
        <a:srgbClr val="F8F9FA"/>
      </a:lt1>
      <a:dk2>
        <a:srgbClr val="1E3A5F"/>
      </a:dk2>
      <a:lt2>
        <a:srgbClr val="FFFFFF"/>
      </a:lt2>
      <a:accent1>
        <a:srgbClr val="1E3A5F"/>
      </a:accent1>
      <a:accent2>
        <a:srgbClr val="4A6FA5"/>
      </a:accent2>
      <a:accent3>
        <a:srgbClr val="E85D4E"/>
      </a:accent3>
      <a:accent4>
        <a:srgbClr val="95A5A6"/>
      </a:accent4>
      <a:accent5>
        <a:srgbClr val="2ECC71"/>
      </a:accent5>
      <a:accent6>
        <a:srgbClr val="F39C12"/>
      </a:accent6>
      <a:hlink>
        <a:srgbClr val="4A6FA5"/>
      </a:hlink>
      <a:folHlink>
        <a:srgbClr val="E85D4E"/>
      </a:folHlink>
    </a:clrScheme>
    <a:fontScheme name="Office">
      <a:majorFont>
        <a:latin typeface="Source Han Serif SC"/>
        <a:ea typeface="Source Han Serif S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Han Sans SC"/>
        <a:ea typeface="Source Han Sans S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